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5"/>
    <p:sldMasterId id="2147483682" r:id="rId6"/>
    <p:sldMasterId id="214748368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y="5143500" cx="9144000"/>
  <p:notesSz cx="6858000" cy="9144000"/>
  <p:embeddedFontLst>
    <p:embeddedFont>
      <p:font typeface="Roboto Thin"/>
      <p:regular r:id="rId19"/>
      <p:bold r:id="rId20"/>
      <p:italic r:id="rId21"/>
      <p:boldItalic r:id="rId22"/>
    </p:embeddedFont>
    <p:embeddedFont>
      <p:font typeface="Proxima Nova"/>
      <p:regular r:id="rId23"/>
      <p:bold r:id="rId24"/>
      <p:italic r:id="rId25"/>
      <p:boldItalic r:id="rId26"/>
    </p:embeddedFont>
    <p:embeddedFont>
      <p:font typeface="Roboto"/>
      <p:regular r:id="rId27"/>
      <p:bold r:id="rId28"/>
      <p:italic r:id="rId29"/>
      <p:boldItalic r:id="rId30"/>
    </p:embeddedFont>
    <p:embeddedFont>
      <p:font typeface="Roboto Medium"/>
      <p:regular r:id="rId31"/>
      <p:bold r:id="rId32"/>
      <p:italic r:id="rId33"/>
      <p:boldItalic r:id="rId34"/>
    </p:embeddedFont>
    <p:embeddedFont>
      <p:font typeface="Arial Black"/>
      <p:regular r:id="rId35"/>
    </p:embeddedFont>
    <p:embeddedFont>
      <p:font typeface="Oswald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04357B-D5F4-4E2B-B571-9FECD355BDF8}">
  <a:tblStyle styleId="{6C04357B-D5F4-4E2B-B571-9FECD355BDF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Thin-bold.fntdata"/><Relationship Id="rId22" Type="http://schemas.openxmlformats.org/officeDocument/2006/relationships/font" Target="fonts/RobotoThin-boldItalic.fntdata"/><Relationship Id="rId21" Type="http://schemas.openxmlformats.org/officeDocument/2006/relationships/font" Target="fonts/RobotoThin-italic.fntdata"/><Relationship Id="rId24" Type="http://schemas.openxmlformats.org/officeDocument/2006/relationships/font" Target="fonts/ProximaNova-bold.fntdata"/><Relationship Id="rId23" Type="http://schemas.openxmlformats.org/officeDocument/2006/relationships/font" Target="fonts/ProximaNova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font" Target="fonts/ProximaNova-boldItalic.fntdata"/><Relationship Id="rId25" Type="http://schemas.openxmlformats.org/officeDocument/2006/relationships/font" Target="fonts/ProximaNova-italic.fnt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Roboto-italic.fntdata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RobotoMedium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3.xml"/><Relationship Id="rId33" Type="http://schemas.openxmlformats.org/officeDocument/2006/relationships/font" Target="fonts/RobotoMedium-italic.fntdata"/><Relationship Id="rId10" Type="http://schemas.openxmlformats.org/officeDocument/2006/relationships/slide" Target="slides/slide2.xml"/><Relationship Id="rId32" Type="http://schemas.openxmlformats.org/officeDocument/2006/relationships/font" Target="fonts/RobotoMedium-bold.fntdata"/><Relationship Id="rId13" Type="http://schemas.openxmlformats.org/officeDocument/2006/relationships/slide" Target="slides/slide5.xml"/><Relationship Id="rId35" Type="http://schemas.openxmlformats.org/officeDocument/2006/relationships/font" Target="fonts/ArialBlack-regular.fntdata"/><Relationship Id="rId12" Type="http://schemas.openxmlformats.org/officeDocument/2006/relationships/slide" Target="slides/slide4.xml"/><Relationship Id="rId34" Type="http://schemas.openxmlformats.org/officeDocument/2006/relationships/font" Target="fonts/RobotoMedium-boldItalic.fntdata"/><Relationship Id="rId15" Type="http://schemas.openxmlformats.org/officeDocument/2006/relationships/slide" Target="slides/slide7.xml"/><Relationship Id="rId37" Type="http://schemas.openxmlformats.org/officeDocument/2006/relationships/font" Target="fonts/Oswald-bold.fntdata"/><Relationship Id="rId14" Type="http://schemas.openxmlformats.org/officeDocument/2006/relationships/slide" Target="slides/slide6.xml"/><Relationship Id="rId36" Type="http://schemas.openxmlformats.org/officeDocument/2006/relationships/font" Target="fonts/Oswald-regular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font" Target="fonts/RobotoThin-regular.fntdata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742e3e7cd_1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742e3e7cd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5e48973ec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b5e48973ec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5e48973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b5e48973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5e48973ec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b5e48973ec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5e48973ec_0_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b5e48973ec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b61532cd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b61532cd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61532cd4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b61532cd4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b5e48973ec_0_2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b5e48973ec_0_2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b5e48973ec_0_3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b5e48973ec_0_3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b5e48973ec_0_2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b5e48973ec_0_2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14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5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15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2" name="Google Shape;8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" name="Google Shape;85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21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7" name="Google Shape;87;p2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92" name="Google Shape;9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3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96" name="Google Shape;96;p23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/>
          <p:nvPr>
            <p:ph idx="1" type="body"/>
          </p:nvPr>
        </p:nvSpPr>
        <p:spPr>
          <a:xfrm>
            <a:off x="285751" y="1371602"/>
            <a:ext cx="6429300" cy="3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68575">
            <a:normAutofit/>
          </a:bodyPr>
          <a:lstStyle>
            <a:lvl1pPr indent="-3175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29845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10000"/>
              </a:lnSpc>
              <a:spcBef>
                <a:spcPts val="600"/>
              </a:spcBef>
              <a:spcAft>
                <a:spcPts val="5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type="title"/>
          </p:nvPr>
        </p:nvSpPr>
        <p:spPr>
          <a:xfrm>
            <a:off x="285750" y="285751"/>
            <a:ext cx="85725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11" type="ftr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25"/>
          <p:cNvSpPr txBox="1"/>
          <p:nvPr>
            <p:ph idx="12" type="sldNum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285751" y="1371602"/>
            <a:ext cx="6429300" cy="3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68575">
            <a:normAutofit/>
          </a:bodyPr>
          <a:lstStyle>
            <a:lvl1pPr indent="-3175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29845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10000"/>
              </a:lnSpc>
              <a:spcBef>
                <a:spcPts val="600"/>
              </a:spcBef>
              <a:spcAft>
                <a:spcPts val="5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07" name="Google Shape;107;p26"/>
          <p:cNvSpPr txBox="1"/>
          <p:nvPr>
            <p:ph type="title"/>
          </p:nvPr>
        </p:nvSpPr>
        <p:spPr>
          <a:xfrm>
            <a:off x="285750" y="285749"/>
            <a:ext cx="85725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11" type="ftr"/>
          </p:nvPr>
        </p:nvSpPr>
        <p:spPr>
          <a:xfrm>
            <a:off x="285751" y="4889257"/>
            <a:ext cx="42864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9" name="Google Shape;109;p26"/>
          <p:cNvSpPr txBox="1"/>
          <p:nvPr>
            <p:ph idx="12" type="sldNum"/>
          </p:nvPr>
        </p:nvSpPr>
        <p:spPr>
          <a:xfrm>
            <a:off x="8629652" y="4889257"/>
            <a:ext cx="2286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Title and 2 Content">
  <p:cSld name="Short Title and 2 Conten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 txBox="1"/>
          <p:nvPr>
            <p:ph idx="11" type="ftr"/>
          </p:nvPr>
        </p:nvSpPr>
        <p:spPr>
          <a:xfrm>
            <a:off x="285751" y="4889257"/>
            <a:ext cx="42864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629652" y="4889257"/>
            <a:ext cx="2286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285750" y="1371602"/>
            <a:ext cx="4286400" cy="3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68575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048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/>
            </a:lvl3pPr>
            <a:lvl4pPr indent="-3175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228600" lvl="8" marL="4114800" algn="l">
              <a:lnSpc>
                <a:spcPct val="110000"/>
              </a:lnSpc>
              <a:spcBef>
                <a:spcPts val="600"/>
              </a:spcBef>
              <a:spcAft>
                <a:spcPts val="50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type="title"/>
          </p:nvPr>
        </p:nvSpPr>
        <p:spPr>
          <a:xfrm>
            <a:off x="285750" y="285749"/>
            <a:ext cx="4286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2" type="body"/>
          </p:nvPr>
        </p:nvSpPr>
        <p:spPr>
          <a:xfrm>
            <a:off x="4572000" y="1371602"/>
            <a:ext cx="4286400" cy="3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68575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048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/>
            </a:lvl3pPr>
            <a:lvl4pPr indent="-3175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228600" lvl="8" marL="4114800" algn="l">
              <a:lnSpc>
                <a:spcPct val="110000"/>
              </a:lnSpc>
              <a:spcBef>
                <a:spcPts val="600"/>
              </a:spcBef>
              <a:spcAft>
                <a:spcPts val="50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Content">
  <p:cSld name="Title and 2 Conten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9"/>
          <p:cNvSpPr txBox="1"/>
          <p:nvPr>
            <p:ph idx="11" type="ftr"/>
          </p:nvPr>
        </p:nvSpPr>
        <p:spPr>
          <a:xfrm>
            <a:off x="285751" y="4889257"/>
            <a:ext cx="42864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9"/>
          <p:cNvSpPr txBox="1"/>
          <p:nvPr>
            <p:ph idx="12" type="sldNum"/>
          </p:nvPr>
        </p:nvSpPr>
        <p:spPr>
          <a:xfrm>
            <a:off x="8629652" y="4889257"/>
            <a:ext cx="2286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9"/>
          <p:cNvSpPr txBox="1"/>
          <p:nvPr>
            <p:ph idx="1" type="body"/>
          </p:nvPr>
        </p:nvSpPr>
        <p:spPr>
          <a:xfrm>
            <a:off x="285750" y="1371602"/>
            <a:ext cx="4286400" cy="3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68575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048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/>
            </a:lvl3pPr>
            <a:lvl4pPr indent="-3175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228600" lvl="8" marL="4114800" algn="l">
              <a:lnSpc>
                <a:spcPct val="110000"/>
              </a:lnSpc>
              <a:spcBef>
                <a:spcPts val="600"/>
              </a:spcBef>
              <a:spcAft>
                <a:spcPts val="50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25" name="Google Shape;125;p29"/>
          <p:cNvSpPr txBox="1"/>
          <p:nvPr>
            <p:ph type="title"/>
          </p:nvPr>
        </p:nvSpPr>
        <p:spPr>
          <a:xfrm>
            <a:off x="285750" y="285749"/>
            <a:ext cx="85725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9"/>
          <p:cNvSpPr txBox="1"/>
          <p:nvPr>
            <p:ph idx="2" type="body"/>
          </p:nvPr>
        </p:nvSpPr>
        <p:spPr>
          <a:xfrm>
            <a:off x="4572000" y="1371602"/>
            <a:ext cx="4286400" cy="3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68575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048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/>
            </a:lvl3pPr>
            <a:lvl4pPr indent="-3175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228600" lvl="8" marL="4114800" algn="l">
              <a:lnSpc>
                <a:spcPct val="110000"/>
              </a:lnSpc>
              <a:spcBef>
                <a:spcPts val="600"/>
              </a:spcBef>
              <a:spcAft>
                <a:spcPts val="50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0"/>
          <p:cNvSpPr txBox="1"/>
          <p:nvPr>
            <p:ph idx="11" type="ftr"/>
          </p:nvPr>
        </p:nvSpPr>
        <p:spPr>
          <a:xfrm>
            <a:off x="285751" y="4889257"/>
            <a:ext cx="42864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30"/>
          <p:cNvSpPr txBox="1"/>
          <p:nvPr>
            <p:ph idx="12" type="sldNum"/>
          </p:nvPr>
        </p:nvSpPr>
        <p:spPr>
          <a:xfrm>
            <a:off x="8629652" y="4889257"/>
            <a:ext cx="2286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30"/>
          <p:cNvSpPr txBox="1"/>
          <p:nvPr>
            <p:ph type="title"/>
          </p:nvPr>
        </p:nvSpPr>
        <p:spPr>
          <a:xfrm>
            <a:off x="285750" y="285749"/>
            <a:ext cx="85725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1"/>
          <p:cNvSpPr txBox="1"/>
          <p:nvPr>
            <p:ph idx="1" type="body"/>
          </p:nvPr>
        </p:nvSpPr>
        <p:spPr>
          <a:xfrm>
            <a:off x="285751" y="1371602"/>
            <a:ext cx="6429300" cy="3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68575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228600" lvl="8" marL="4114800" algn="l">
              <a:lnSpc>
                <a:spcPct val="110000"/>
              </a:lnSpc>
              <a:spcBef>
                <a:spcPts val="600"/>
              </a:spcBef>
              <a:spcAft>
                <a:spcPts val="50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33" name="Google Shape;133;p31"/>
          <p:cNvSpPr txBox="1"/>
          <p:nvPr>
            <p:ph type="title"/>
          </p:nvPr>
        </p:nvSpPr>
        <p:spPr>
          <a:xfrm>
            <a:off x="285750" y="285749"/>
            <a:ext cx="85725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31"/>
          <p:cNvSpPr txBox="1"/>
          <p:nvPr>
            <p:ph idx="11" type="ftr"/>
          </p:nvPr>
        </p:nvSpPr>
        <p:spPr>
          <a:xfrm>
            <a:off x="285751" y="4889257"/>
            <a:ext cx="42864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31"/>
          <p:cNvSpPr txBox="1"/>
          <p:nvPr>
            <p:ph idx="12" type="sldNum"/>
          </p:nvPr>
        </p:nvSpPr>
        <p:spPr>
          <a:xfrm>
            <a:off x="8629652" y="4889257"/>
            <a:ext cx="2286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itles and Content">
  <p:cSld name="2 Titles and Conten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2"/>
          <p:cNvSpPr txBox="1"/>
          <p:nvPr>
            <p:ph idx="1" type="body"/>
          </p:nvPr>
        </p:nvSpPr>
        <p:spPr>
          <a:xfrm>
            <a:off x="4572001" y="213542"/>
            <a:ext cx="42864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68575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 cap="none"/>
            </a:lvl1pPr>
            <a:lvl2pPr indent="-228600" lvl="1" marL="914400"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sz="2000" cap="none">
                <a:latin typeface="Arial Black"/>
                <a:ea typeface="Arial Black"/>
                <a:cs typeface="Arial Black"/>
                <a:sym typeface="Arial Black"/>
              </a:defRPr>
            </a:lvl2pPr>
            <a:lvl3pPr indent="-342900" lvl="2" marL="137160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 cap="none"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228600" lvl="8" marL="4114800" algn="l">
              <a:lnSpc>
                <a:spcPct val="110000"/>
              </a:lnSpc>
              <a:spcBef>
                <a:spcPts val="600"/>
              </a:spcBef>
              <a:spcAft>
                <a:spcPts val="50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38" name="Google Shape;138;p32"/>
          <p:cNvSpPr txBox="1"/>
          <p:nvPr>
            <p:ph idx="11" type="ftr"/>
          </p:nvPr>
        </p:nvSpPr>
        <p:spPr>
          <a:xfrm>
            <a:off x="285751" y="4889257"/>
            <a:ext cx="42864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32"/>
          <p:cNvSpPr txBox="1"/>
          <p:nvPr>
            <p:ph idx="12" type="sldNum"/>
          </p:nvPr>
        </p:nvSpPr>
        <p:spPr>
          <a:xfrm>
            <a:off x="8629652" y="4889257"/>
            <a:ext cx="2286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32"/>
          <p:cNvSpPr txBox="1"/>
          <p:nvPr>
            <p:ph type="title"/>
          </p:nvPr>
        </p:nvSpPr>
        <p:spPr>
          <a:xfrm>
            <a:off x="285751" y="285749"/>
            <a:ext cx="4286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32"/>
          <p:cNvSpPr txBox="1"/>
          <p:nvPr>
            <p:ph idx="2" type="body"/>
          </p:nvPr>
        </p:nvSpPr>
        <p:spPr>
          <a:xfrm>
            <a:off x="285751" y="1371602"/>
            <a:ext cx="6429300" cy="3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68575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228600" lvl="8" marL="4114800" algn="l">
              <a:lnSpc>
                <a:spcPct val="110000"/>
              </a:lnSpc>
              <a:spcBef>
                <a:spcPts val="600"/>
              </a:spcBef>
              <a:spcAft>
                <a:spcPts val="50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itles and 2 Content">
  <p:cSld name="2 Titles and 2 Conten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3"/>
          <p:cNvSpPr txBox="1"/>
          <p:nvPr>
            <p:ph idx="1" type="body"/>
          </p:nvPr>
        </p:nvSpPr>
        <p:spPr>
          <a:xfrm>
            <a:off x="4572001" y="213542"/>
            <a:ext cx="42864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68575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 cap="none"/>
            </a:lvl1pPr>
            <a:lvl2pPr indent="-228600" lvl="1" marL="914400"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sz="2000" cap="none">
                <a:latin typeface="Arial Black"/>
                <a:ea typeface="Arial Black"/>
                <a:cs typeface="Arial Black"/>
                <a:sym typeface="Arial Black"/>
              </a:defRPr>
            </a:lvl2pPr>
            <a:lvl3pPr indent="-342900" lvl="2" marL="137160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 cap="none"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228600" lvl="8" marL="4114800" algn="l">
              <a:lnSpc>
                <a:spcPct val="110000"/>
              </a:lnSpc>
              <a:spcBef>
                <a:spcPts val="600"/>
              </a:spcBef>
              <a:spcAft>
                <a:spcPts val="50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44" name="Google Shape;144;p33"/>
          <p:cNvSpPr txBox="1"/>
          <p:nvPr>
            <p:ph idx="11" type="ftr"/>
          </p:nvPr>
        </p:nvSpPr>
        <p:spPr>
          <a:xfrm>
            <a:off x="285751" y="4889257"/>
            <a:ext cx="42864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33"/>
          <p:cNvSpPr txBox="1"/>
          <p:nvPr>
            <p:ph idx="12" type="sldNum"/>
          </p:nvPr>
        </p:nvSpPr>
        <p:spPr>
          <a:xfrm>
            <a:off x="8629652" y="4889257"/>
            <a:ext cx="2286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3"/>
          <p:cNvSpPr txBox="1"/>
          <p:nvPr>
            <p:ph type="title"/>
          </p:nvPr>
        </p:nvSpPr>
        <p:spPr>
          <a:xfrm>
            <a:off x="285751" y="285749"/>
            <a:ext cx="4286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33"/>
          <p:cNvSpPr txBox="1"/>
          <p:nvPr>
            <p:ph idx="2" type="body"/>
          </p:nvPr>
        </p:nvSpPr>
        <p:spPr>
          <a:xfrm>
            <a:off x="285751" y="1371602"/>
            <a:ext cx="4286400" cy="3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68575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228600" lvl="8" marL="4114800" algn="l">
              <a:lnSpc>
                <a:spcPct val="110000"/>
              </a:lnSpc>
              <a:spcBef>
                <a:spcPts val="600"/>
              </a:spcBef>
              <a:spcAft>
                <a:spcPts val="50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48" name="Google Shape;148;p33"/>
          <p:cNvSpPr txBox="1"/>
          <p:nvPr>
            <p:ph idx="3" type="body"/>
          </p:nvPr>
        </p:nvSpPr>
        <p:spPr>
          <a:xfrm>
            <a:off x="4577716" y="1371603"/>
            <a:ext cx="4286400" cy="3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68575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228600" lvl="8" marL="4114800" algn="l">
              <a:lnSpc>
                <a:spcPct val="110000"/>
              </a:lnSpc>
              <a:spcBef>
                <a:spcPts val="600"/>
              </a:spcBef>
              <a:spcAft>
                <a:spcPts val="50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oters Only: Light" type="blank">
  <p:cSld name="BLANK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4"/>
          <p:cNvSpPr txBox="1"/>
          <p:nvPr>
            <p:ph idx="11" type="ftr"/>
          </p:nvPr>
        </p:nvSpPr>
        <p:spPr>
          <a:xfrm>
            <a:off x="285751" y="4889257"/>
            <a:ext cx="42864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34"/>
          <p:cNvSpPr txBox="1"/>
          <p:nvPr>
            <p:ph idx="12" type="sldNum"/>
          </p:nvPr>
        </p:nvSpPr>
        <p:spPr>
          <a:xfrm>
            <a:off x="8629652" y="4889257"/>
            <a:ext cx="2286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oters Only: Dark">
  <p:cSld name="Footers Only: Dark">
    <p:bg>
      <p:bgPr>
        <a:gradFill>
          <a:gsLst>
            <a:gs pos="0">
              <a:srgbClr val="000088"/>
            </a:gs>
            <a:gs pos="93000">
              <a:schemeClr val="accent1"/>
            </a:gs>
            <a:gs pos="100000">
              <a:schemeClr val="accent1"/>
            </a:gs>
          </a:gsLst>
          <a:lin ang="1800004" scaled="0"/>
        </a:gra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5"/>
          <p:cNvSpPr txBox="1"/>
          <p:nvPr>
            <p:ph idx="11" type="ftr"/>
          </p:nvPr>
        </p:nvSpPr>
        <p:spPr>
          <a:xfrm>
            <a:off x="285751" y="4889257"/>
            <a:ext cx="42864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35"/>
          <p:cNvSpPr txBox="1"/>
          <p:nvPr>
            <p:ph idx="12" type="sldNum"/>
          </p:nvPr>
        </p:nvSpPr>
        <p:spPr>
          <a:xfrm>
            <a:off x="8629652" y="4889257"/>
            <a:ext cx="2286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Master: Dark">
  <p:cSld name="Title Master: Dark">
    <p:bg>
      <p:bgPr>
        <a:gradFill>
          <a:gsLst>
            <a:gs pos="0">
              <a:srgbClr val="000088"/>
            </a:gs>
            <a:gs pos="93000">
              <a:schemeClr val="accent1"/>
            </a:gs>
            <a:gs pos="100000">
              <a:schemeClr val="accent1"/>
            </a:gs>
          </a:gsLst>
          <a:lin ang="1800004" scaled="0"/>
        </a:gra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/>
          <p:nvPr>
            <p:ph type="ctrTitle"/>
          </p:nvPr>
        </p:nvSpPr>
        <p:spPr>
          <a:xfrm>
            <a:off x="285751" y="342900"/>
            <a:ext cx="65151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36"/>
          <p:cNvSpPr txBox="1"/>
          <p:nvPr>
            <p:ph idx="1" type="body"/>
          </p:nvPr>
        </p:nvSpPr>
        <p:spPr>
          <a:xfrm>
            <a:off x="285750" y="2657477"/>
            <a:ext cx="4286400" cy="23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68575">
            <a:noAutofit/>
          </a:bodyPr>
          <a:lstStyle>
            <a:lvl1pPr indent="-228600" lvl="0" marL="45720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30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42900" lvl="1" marL="91440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b="0" sz="1800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-317500" lvl="2" marL="1371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–"/>
              <a:defRPr b="0" sz="1400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-228600" lvl="3" marL="1828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-228600" lvl="4" marL="22860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600"/>
              </a:spcBef>
              <a:spcAft>
                <a:spcPts val="50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8" name="Google Shape;158;p36"/>
          <p:cNvSpPr txBox="1"/>
          <p:nvPr>
            <p:ph idx="2" type="body"/>
          </p:nvPr>
        </p:nvSpPr>
        <p:spPr>
          <a:xfrm>
            <a:off x="6789420" y="200025"/>
            <a:ext cx="2143200" cy="4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68575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b="0" sz="21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3655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 b="0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–"/>
              <a:defRPr sz="12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4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/>
          <p:nvPr>
            <p:ph type="title"/>
          </p:nvPr>
        </p:nvSpPr>
        <p:spPr>
          <a:xfrm>
            <a:off x="285750" y="285749"/>
            <a:ext cx="85725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normAutofit/>
          </a:bodyPr>
          <a:lstStyle>
            <a:lvl1pPr lvl="0" marR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 b="0" i="0" sz="3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285750" y="1371600"/>
            <a:ext cx="8572500" cy="35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68575">
            <a:normAutofit/>
          </a:bodyPr>
          <a:lstStyle>
            <a:lvl1pPr indent="-228600" lvl="0" marL="45720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36550" lvl="1" marL="914400" marR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10000"/>
              </a:lnSpc>
              <a:spcBef>
                <a:spcPts val="600"/>
              </a:spcBef>
              <a:spcAft>
                <a:spcPts val="50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27"/>
          <p:cNvSpPr txBox="1"/>
          <p:nvPr>
            <p:ph idx="11" type="ftr"/>
          </p:nvPr>
        </p:nvSpPr>
        <p:spPr>
          <a:xfrm>
            <a:off x="285751" y="4889257"/>
            <a:ext cx="42864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27"/>
          <p:cNvSpPr txBox="1"/>
          <p:nvPr>
            <p:ph idx="12" type="sldNum"/>
          </p:nvPr>
        </p:nvSpPr>
        <p:spPr>
          <a:xfrm>
            <a:off x="8629652" y="4889257"/>
            <a:ext cx="2286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864">
          <p15:clr>
            <a:srgbClr val="F26B43"/>
          </p15:clr>
        </p15:guide>
        <p15:guide id="2" pos="4230">
          <p15:clr>
            <a:srgbClr val="F26B43"/>
          </p15:clr>
        </p15:guide>
        <p15:guide id="3">
          <p15:clr>
            <a:srgbClr val="F26B43"/>
          </p15:clr>
        </p15:guide>
        <p15:guide id="4" orient="horz">
          <p15:clr>
            <a:srgbClr val="F26B43"/>
          </p15:clr>
        </p15:guide>
        <p15:guide id="5" pos="5760">
          <p15:clr>
            <a:srgbClr val="F26B43"/>
          </p15:clr>
        </p15:guide>
        <p15:guide id="6" pos="180">
          <p15:clr>
            <a:srgbClr val="F26B43"/>
          </p15:clr>
        </p15:guide>
        <p15:guide id="7" orient="horz" pos="3168">
          <p15:clr>
            <a:srgbClr val="F26B43"/>
          </p15:clr>
        </p15:guide>
        <p15:guide id="8" pos="2880">
          <p15:clr>
            <a:srgbClr val="F26B43"/>
          </p15:clr>
        </p15:guide>
        <p15:guide id="9" pos="1530">
          <p15:clr>
            <a:srgbClr val="F26B43"/>
          </p15:clr>
        </p15:guide>
        <p15:guide id="10" pos="5580">
          <p15:clr>
            <a:srgbClr val="F26B43"/>
          </p15:clr>
        </p15:guide>
        <p15:guide id="11" orient="horz" pos="180">
          <p15:clr>
            <a:srgbClr val="F26B43"/>
          </p15:clr>
        </p15:guide>
        <p15:guide id="12" orient="horz" pos="307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ite cloud in front of dark blue star-filled sky" id="163" name="Google Shape;163;p37"/>
          <p:cNvPicPr preferRelativeResize="0"/>
          <p:nvPr/>
        </p:nvPicPr>
        <p:blipFill rotWithShape="1">
          <a:blip r:embed="rId3">
            <a:alphaModFix/>
          </a:blip>
          <a:srcRect b="17068" l="0" r="1720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7"/>
          <p:cNvSpPr txBox="1"/>
          <p:nvPr>
            <p:ph type="ctrTitle"/>
          </p:nvPr>
        </p:nvSpPr>
        <p:spPr>
          <a:xfrm>
            <a:off x="550150" y="130325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World of Handwriting</a:t>
            </a:r>
            <a:endParaRPr sz="6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6"/>
                </a:solidFill>
              </a:rPr>
              <a:t>Simpler the Better</a:t>
            </a:r>
            <a:endParaRPr sz="3000">
              <a:solidFill>
                <a:schemeClr val="accent6"/>
              </a:solidFill>
            </a:endParaRPr>
          </a:p>
        </p:txBody>
      </p:sp>
      <p:sp>
        <p:nvSpPr>
          <p:cNvPr id="165" name="Google Shape;165;p37"/>
          <p:cNvSpPr txBox="1"/>
          <p:nvPr>
            <p:ph idx="1" type="subTitle"/>
          </p:nvPr>
        </p:nvSpPr>
        <p:spPr>
          <a:xfrm>
            <a:off x="510450" y="29980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r>
              <a:rPr lang="en" sz="2400"/>
              <a:t>y</a:t>
            </a:r>
            <a:r>
              <a:rPr lang="en"/>
              <a:t> </a:t>
            </a:r>
            <a:r>
              <a:rPr lang="en" u="sng"/>
              <a:t>Graphologist Mukesh Shukla</a:t>
            </a:r>
            <a:endParaRPr u="sng"/>
          </a:p>
        </p:txBody>
      </p:sp>
      <p:sp>
        <p:nvSpPr>
          <p:cNvPr id="166" name="Google Shape;166;p37"/>
          <p:cNvSpPr txBox="1"/>
          <p:nvPr>
            <p:ph idx="1" type="subTitle"/>
          </p:nvPr>
        </p:nvSpPr>
        <p:spPr>
          <a:xfrm>
            <a:off x="510450" y="4370773"/>
            <a:ext cx="81231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GraphoMind Services </a:t>
            </a:r>
            <a:endParaRPr sz="1800"/>
          </a:p>
        </p:txBody>
      </p:sp>
      <p:cxnSp>
        <p:nvCxnSpPr>
          <p:cNvPr id="167" name="Google Shape;167;p37"/>
          <p:cNvCxnSpPr/>
          <p:nvPr/>
        </p:nvCxnSpPr>
        <p:spPr>
          <a:xfrm>
            <a:off x="615150" y="2998025"/>
            <a:ext cx="500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8"/>
          <p:cNvSpPr txBox="1"/>
          <p:nvPr>
            <p:ph type="title"/>
          </p:nvPr>
        </p:nvSpPr>
        <p:spPr>
          <a:xfrm>
            <a:off x="311700" y="254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Why Handwriting</a:t>
            </a:r>
            <a:endParaRPr sz="3600"/>
          </a:p>
        </p:txBody>
      </p:sp>
      <p:sp>
        <p:nvSpPr>
          <p:cNvPr id="173" name="Google Shape;173;p38"/>
          <p:cNvSpPr txBox="1"/>
          <p:nvPr>
            <p:ph idx="1" type="body"/>
          </p:nvPr>
        </p:nvSpPr>
        <p:spPr>
          <a:xfrm>
            <a:off x="83400" y="881075"/>
            <a:ext cx="8977200" cy="346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Dear Parents,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For centuries, </a:t>
            </a:r>
            <a:r>
              <a:rPr b="1" lang="en" sz="1300">
                <a:solidFill>
                  <a:schemeClr val="dk1"/>
                </a:solidFill>
              </a:rPr>
              <a:t>handwriting (or drawing structures</a:t>
            </a:r>
            <a:r>
              <a:rPr lang="en" sz="1300">
                <a:solidFill>
                  <a:schemeClr val="dk1"/>
                </a:solidFill>
              </a:rPr>
              <a:t>) has been essential for expression, creativity, thoughtful required for </a:t>
            </a:r>
            <a:r>
              <a:rPr lang="en" sz="1300">
                <a:solidFill>
                  <a:schemeClr val="dk1"/>
                </a:solidFill>
              </a:rPr>
              <a:t>powerful</a:t>
            </a:r>
            <a:r>
              <a:rPr lang="en" sz="1300">
                <a:solidFill>
                  <a:schemeClr val="dk1"/>
                </a:solidFill>
              </a:rPr>
              <a:t> </a:t>
            </a:r>
            <a:r>
              <a:rPr lang="en" sz="1300">
                <a:solidFill>
                  <a:schemeClr val="dk1"/>
                </a:solidFill>
              </a:rPr>
              <a:t>communication and messaging. </a:t>
            </a:r>
            <a:r>
              <a:rPr lang="en" sz="1300">
                <a:solidFill>
                  <a:schemeClr val="dk1"/>
                </a:solidFill>
              </a:rPr>
              <a:t>Irrespective of digital media advancement, we still remains as we were centuries old modern humans, who needs to behave even today as body required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When </a:t>
            </a:r>
            <a:r>
              <a:rPr b="1" lang="en" sz="1300">
                <a:solidFill>
                  <a:schemeClr val="dk1"/>
                </a:solidFill>
              </a:rPr>
              <a:t>we forgo writing</a:t>
            </a:r>
            <a:r>
              <a:rPr lang="en" sz="1300">
                <a:solidFill>
                  <a:schemeClr val="dk1"/>
                </a:solidFill>
              </a:rPr>
              <a:t>, we are doing away with mental </a:t>
            </a:r>
            <a:r>
              <a:rPr lang="en" sz="1300">
                <a:solidFill>
                  <a:schemeClr val="dk1"/>
                </a:solidFill>
              </a:rPr>
              <a:t>exercise</a:t>
            </a:r>
            <a:r>
              <a:rPr lang="en" sz="1300">
                <a:solidFill>
                  <a:schemeClr val="dk1"/>
                </a:solidFill>
              </a:rPr>
              <a:t> (2 way)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No writing - </a:t>
            </a:r>
            <a:r>
              <a:rPr b="1" lang="en" sz="1300">
                <a:solidFill>
                  <a:schemeClr val="dk1"/>
                </a:solidFill>
              </a:rPr>
              <a:t>no time </a:t>
            </a:r>
            <a:r>
              <a:rPr b="1" lang="en" sz="1300">
                <a:solidFill>
                  <a:schemeClr val="dk1"/>
                </a:solidFill>
              </a:rPr>
              <a:t>concentrating</a:t>
            </a:r>
            <a:r>
              <a:rPr lang="en" sz="1300">
                <a:solidFill>
                  <a:schemeClr val="dk1"/>
                </a:solidFill>
              </a:rPr>
              <a:t> your mind and generate thoughts for the given purpose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Engage your brain, else it won’t develop. Like body, </a:t>
            </a:r>
            <a:r>
              <a:rPr b="1" lang="en" sz="1300">
                <a:solidFill>
                  <a:schemeClr val="dk1"/>
                </a:solidFill>
              </a:rPr>
              <a:t>Brain too has got muscles</a:t>
            </a:r>
            <a:r>
              <a:rPr lang="en" sz="1300">
                <a:solidFill>
                  <a:schemeClr val="dk1"/>
                </a:solidFill>
              </a:rPr>
              <a:t>, it needs to be exercised and trained everyday. </a:t>
            </a:r>
            <a:r>
              <a:rPr b="1" lang="en" sz="1300">
                <a:solidFill>
                  <a:schemeClr val="dk1"/>
                </a:solidFill>
              </a:rPr>
              <a:t>New neuron must develop</a:t>
            </a:r>
            <a:r>
              <a:rPr lang="en" sz="1300">
                <a:solidFill>
                  <a:schemeClr val="dk1"/>
                </a:solidFill>
              </a:rPr>
              <a:t> regulalry to reduce brain aging later in the year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Now a days, </a:t>
            </a:r>
            <a:r>
              <a:rPr b="1" lang="en" sz="1300">
                <a:solidFill>
                  <a:schemeClr val="dk1"/>
                </a:solidFill>
              </a:rPr>
              <a:t>journaling is being promoted</a:t>
            </a:r>
            <a:r>
              <a:rPr lang="en" sz="1300">
                <a:solidFill>
                  <a:schemeClr val="dk1"/>
                </a:solidFill>
              </a:rPr>
              <a:t> to solve many mental and emotional problems: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lphaLcPeriod"/>
            </a:pPr>
            <a:r>
              <a:rPr lang="en" sz="1300">
                <a:solidFill>
                  <a:schemeClr val="dk1"/>
                </a:solidFill>
              </a:rPr>
              <a:t>Write down your problems so that your mind no more holds the baggage of negative thoughts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lphaLcPeriod"/>
            </a:pPr>
            <a:r>
              <a:rPr lang="en" sz="1300">
                <a:solidFill>
                  <a:schemeClr val="dk1"/>
                </a:solidFill>
              </a:rPr>
              <a:t>Writing down is mental exercise relaxing brain and building new neuron (muscle memory)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74" name="Google Shape;174;p38"/>
          <p:cNvSpPr txBox="1"/>
          <p:nvPr/>
        </p:nvSpPr>
        <p:spPr>
          <a:xfrm>
            <a:off x="4659325" y="4603850"/>
            <a:ext cx="4437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rgbClr val="9900FF"/>
                </a:solidFill>
                <a:latin typeface="Oswald"/>
                <a:ea typeface="Oswald"/>
                <a:cs typeface="Oswald"/>
                <a:sym typeface="Oswald"/>
              </a:rPr>
              <a:t>Graphologist Mukesh Shukla: Whatsapp: </a:t>
            </a:r>
            <a:r>
              <a:rPr lang="en" sz="1500" u="sng">
                <a:solidFill>
                  <a:srgbClr val="9900FF"/>
                </a:solidFill>
                <a:latin typeface="Oswald"/>
                <a:ea typeface="Oswald"/>
                <a:cs typeface="Oswald"/>
                <a:sym typeface="Oswald"/>
              </a:rPr>
              <a:t>+91 7016567143</a:t>
            </a:r>
            <a:endParaRPr sz="1500" u="sng">
              <a:solidFill>
                <a:srgbClr val="9900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9"/>
          <p:cNvSpPr txBox="1"/>
          <p:nvPr>
            <p:ph type="title"/>
          </p:nvPr>
        </p:nvSpPr>
        <p:spPr>
          <a:xfrm>
            <a:off x="311700" y="159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What is Handwriting</a:t>
            </a:r>
            <a:endParaRPr sz="3000"/>
          </a:p>
        </p:txBody>
      </p:sp>
      <p:pic>
        <p:nvPicPr>
          <p:cNvPr id="180" name="Google Shape;18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200" y="2240058"/>
            <a:ext cx="982795" cy="1200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11180" y="2240058"/>
            <a:ext cx="1679451" cy="120036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9"/>
          <p:cNvSpPr/>
          <p:nvPr/>
        </p:nvSpPr>
        <p:spPr>
          <a:xfrm>
            <a:off x="1318305" y="2649381"/>
            <a:ext cx="770400" cy="381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7E00FF"/>
          </a:solidFill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9"/>
          <p:cNvSpPr/>
          <p:nvPr/>
        </p:nvSpPr>
        <p:spPr>
          <a:xfrm>
            <a:off x="4580549" y="2649381"/>
            <a:ext cx="770400" cy="381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7E00FF"/>
          </a:solidFill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9"/>
          <p:cNvSpPr txBox="1"/>
          <p:nvPr/>
        </p:nvSpPr>
        <p:spPr>
          <a:xfrm>
            <a:off x="324739" y="1471204"/>
            <a:ext cx="12603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Brain Sending Impulse to Fingers</a:t>
            </a:r>
            <a:endParaRPr sz="1103"/>
          </a:p>
        </p:txBody>
      </p:sp>
      <p:sp>
        <p:nvSpPr>
          <p:cNvPr id="185" name="Google Shape;185;p39"/>
          <p:cNvSpPr txBox="1"/>
          <p:nvPr/>
        </p:nvSpPr>
        <p:spPr>
          <a:xfrm>
            <a:off x="4858624" y="1339975"/>
            <a:ext cx="39612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 (Brain) writing to reflect your personality which is nothing but Reflection of Parenting, Upbringing and Self Initiatives</a:t>
            </a:r>
            <a:endParaRPr sz="1103"/>
          </a:p>
        </p:txBody>
      </p:sp>
      <p:pic>
        <p:nvPicPr>
          <p:cNvPr id="186" name="Google Shape;186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78810" y="2072151"/>
            <a:ext cx="2920820" cy="224502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9"/>
          <p:cNvSpPr txBox="1"/>
          <p:nvPr/>
        </p:nvSpPr>
        <p:spPr>
          <a:xfrm>
            <a:off x="2095238" y="3471912"/>
            <a:ext cx="24696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Handwriting is nothing but Graphs being drawn on the paper having various formations inline with person’s thoughts process</a:t>
            </a:r>
            <a:endParaRPr sz="1103"/>
          </a:p>
        </p:txBody>
      </p:sp>
      <p:pic>
        <p:nvPicPr>
          <p:cNvPr id="188" name="Google Shape;188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52055" y="2002094"/>
            <a:ext cx="780234" cy="58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9"/>
          <p:cNvSpPr txBox="1"/>
          <p:nvPr/>
        </p:nvSpPr>
        <p:spPr>
          <a:xfrm>
            <a:off x="4659325" y="4603850"/>
            <a:ext cx="4437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rgbClr val="9900FF"/>
                </a:solidFill>
                <a:latin typeface="Oswald"/>
                <a:ea typeface="Oswald"/>
                <a:cs typeface="Oswald"/>
                <a:sym typeface="Oswald"/>
              </a:rPr>
              <a:t>Graphologist Mukesh Shukla: Whatsapp: +91 7016567143</a:t>
            </a:r>
            <a:endParaRPr sz="1500" u="sng">
              <a:solidFill>
                <a:srgbClr val="9900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www.proprofs.com/api/ckeditor_images/part-brain.jpg" id="194" name="Google Shape;19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6525" y="995691"/>
            <a:ext cx="6915151" cy="4068434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40"/>
          <p:cNvSpPr/>
          <p:nvPr/>
        </p:nvSpPr>
        <p:spPr>
          <a:xfrm rot="5400000">
            <a:off x="5347027" y="912725"/>
            <a:ext cx="404400" cy="363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rgbClr val="5B00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0"/>
          <p:cNvSpPr/>
          <p:nvPr/>
        </p:nvSpPr>
        <p:spPr>
          <a:xfrm rot="2488209">
            <a:off x="2703966" y="1014450"/>
            <a:ext cx="733884" cy="36344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rgbClr val="5B00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0"/>
          <p:cNvSpPr/>
          <p:nvPr/>
        </p:nvSpPr>
        <p:spPr>
          <a:xfrm rot="10800000">
            <a:off x="7703589" y="2336497"/>
            <a:ext cx="733800" cy="363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rgbClr val="5B00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0"/>
          <p:cNvSpPr/>
          <p:nvPr/>
        </p:nvSpPr>
        <p:spPr>
          <a:xfrm rot="10800000">
            <a:off x="7599049" y="2909430"/>
            <a:ext cx="733800" cy="363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rgbClr val="5B00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0"/>
          <p:cNvSpPr/>
          <p:nvPr/>
        </p:nvSpPr>
        <p:spPr>
          <a:xfrm rot="-9943852">
            <a:off x="7159503" y="3609400"/>
            <a:ext cx="733943" cy="36344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rgbClr val="5B00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0"/>
          <p:cNvSpPr/>
          <p:nvPr/>
        </p:nvSpPr>
        <p:spPr>
          <a:xfrm rot="-8734555">
            <a:off x="6588357" y="4328521"/>
            <a:ext cx="733929" cy="36338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rgbClr val="5B00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0"/>
          <p:cNvSpPr/>
          <p:nvPr/>
        </p:nvSpPr>
        <p:spPr>
          <a:xfrm>
            <a:off x="1028449" y="1718263"/>
            <a:ext cx="733800" cy="363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rgbClr val="5B00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0"/>
          <p:cNvSpPr txBox="1"/>
          <p:nvPr>
            <p:ph type="title"/>
          </p:nvPr>
        </p:nvSpPr>
        <p:spPr>
          <a:xfrm>
            <a:off x="311700" y="15927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How Brain Works when You Write</a:t>
            </a:r>
            <a:endParaRPr sz="3000"/>
          </a:p>
        </p:txBody>
      </p:sp>
      <p:sp>
        <p:nvSpPr>
          <p:cNvPr id="203" name="Google Shape;203;p40"/>
          <p:cNvSpPr txBox="1"/>
          <p:nvPr/>
        </p:nvSpPr>
        <p:spPr>
          <a:xfrm>
            <a:off x="71450" y="4683100"/>
            <a:ext cx="4317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rgbClr val="9900FF"/>
                </a:solidFill>
                <a:latin typeface="Oswald"/>
                <a:ea typeface="Oswald"/>
                <a:cs typeface="Oswald"/>
                <a:sym typeface="Oswald"/>
              </a:rPr>
              <a:t>Graphologist Mukesh Shukla: Whatsapp: </a:t>
            </a:r>
            <a:r>
              <a:rPr lang="en" sz="1500" u="sng">
                <a:solidFill>
                  <a:srgbClr val="9900FF"/>
                </a:solidFill>
                <a:latin typeface="Oswald"/>
                <a:ea typeface="Oswald"/>
                <a:cs typeface="Oswald"/>
                <a:sym typeface="Oswald"/>
              </a:rPr>
              <a:t>+91 7016567143</a:t>
            </a:r>
            <a:endParaRPr sz="1500" u="sng">
              <a:solidFill>
                <a:srgbClr val="9900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1"/>
          <p:cNvSpPr txBox="1"/>
          <p:nvPr>
            <p:ph type="title"/>
          </p:nvPr>
        </p:nvSpPr>
        <p:spPr>
          <a:xfrm>
            <a:off x="311700" y="254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Why no two Handwriting is same</a:t>
            </a:r>
            <a:endParaRPr sz="3600"/>
          </a:p>
        </p:txBody>
      </p:sp>
      <p:sp>
        <p:nvSpPr>
          <p:cNvPr id="209" name="Google Shape;209;p41"/>
          <p:cNvSpPr txBox="1"/>
          <p:nvPr/>
        </p:nvSpPr>
        <p:spPr>
          <a:xfrm>
            <a:off x="4786325" y="4603850"/>
            <a:ext cx="4310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rgbClr val="9900FF"/>
                </a:solidFill>
                <a:latin typeface="Oswald"/>
                <a:ea typeface="Oswald"/>
                <a:cs typeface="Oswald"/>
                <a:sym typeface="Oswald"/>
              </a:rPr>
              <a:t>Graphologist Mukesh Shukla: Whatsapp: </a:t>
            </a:r>
            <a:r>
              <a:rPr lang="en" sz="1500" u="sng">
                <a:solidFill>
                  <a:srgbClr val="9900FF"/>
                </a:solidFill>
                <a:latin typeface="Oswald"/>
                <a:ea typeface="Oswald"/>
                <a:cs typeface="Oswald"/>
                <a:sym typeface="Oswald"/>
              </a:rPr>
              <a:t>+91 7016567143</a:t>
            </a:r>
            <a:endParaRPr sz="1500" u="sng">
              <a:solidFill>
                <a:srgbClr val="9900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aphicFrame>
        <p:nvGraphicFramePr>
          <p:cNvPr id="210" name="Google Shape;210;p41"/>
          <p:cNvGraphicFramePr/>
          <p:nvPr/>
        </p:nvGraphicFramePr>
        <p:xfrm>
          <a:off x="230175" y="1174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{6C04357B-D5F4-4E2B-B571-9FECD355BDF8}</a:tableStyleId>
              </a:tblPr>
              <a:tblGrid>
                <a:gridCol w="413675"/>
                <a:gridCol w="3726450"/>
                <a:gridCol w="4462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More than </a:t>
                      </a:r>
                      <a:r>
                        <a:rPr b="1" lang="en"/>
                        <a:t>500 variables</a:t>
                      </a:r>
                      <a:r>
                        <a:rPr lang="en"/>
                        <a:t> and their combination controls the handwriting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Just like </a:t>
                      </a:r>
                      <a:r>
                        <a:rPr lang="en"/>
                        <a:t>fingerprints</a:t>
                      </a:r>
                      <a:r>
                        <a:rPr lang="en"/>
                        <a:t>, It’s very unlikely that any 2 </a:t>
                      </a:r>
                      <a:r>
                        <a:rPr lang="en"/>
                        <a:t>people</a:t>
                      </a:r>
                      <a:r>
                        <a:rPr lang="en"/>
                        <a:t> would have exactly same variable values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1" name="Google Shape;211;p41"/>
          <p:cNvSpPr/>
          <p:nvPr/>
        </p:nvSpPr>
        <p:spPr>
          <a:xfrm>
            <a:off x="2024075" y="2047362"/>
            <a:ext cx="4746600" cy="499986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But only </a:t>
            </a: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2 Major Variables</a:t>
            </a: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 Impacts the  Child, 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like </a:t>
            </a: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brain programming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2" name="Google Shape;212;p41"/>
          <p:cNvSpPr/>
          <p:nvPr/>
        </p:nvSpPr>
        <p:spPr>
          <a:xfrm>
            <a:off x="3133425" y="2809875"/>
            <a:ext cx="1079514" cy="333396"/>
          </a:xfrm>
          <a:prstGeom prst="flowChartTerminator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Mother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3" name="Google Shape;213;p41"/>
          <p:cNvSpPr/>
          <p:nvPr/>
        </p:nvSpPr>
        <p:spPr>
          <a:xfrm>
            <a:off x="4627275" y="2809875"/>
            <a:ext cx="1079514" cy="333396"/>
          </a:xfrm>
          <a:prstGeom prst="flowChartTerminator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Father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14" name="Google Shape;214;p41"/>
          <p:cNvCxnSpPr>
            <a:stCxn id="211" idx="2"/>
            <a:endCxn id="212" idx="0"/>
          </p:cNvCxnSpPr>
          <p:nvPr/>
        </p:nvCxnSpPr>
        <p:spPr>
          <a:xfrm rot="5400000">
            <a:off x="3904025" y="2316498"/>
            <a:ext cx="262500" cy="724200"/>
          </a:xfrm>
          <a:prstGeom prst="curvedConnector3">
            <a:avLst>
              <a:gd fmla="val 5000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41"/>
          <p:cNvCxnSpPr>
            <a:stCxn id="211" idx="2"/>
            <a:endCxn id="213" idx="0"/>
          </p:cNvCxnSpPr>
          <p:nvPr/>
        </p:nvCxnSpPr>
        <p:spPr>
          <a:xfrm flipH="1" rot="-5400000">
            <a:off x="4651025" y="2293698"/>
            <a:ext cx="262500" cy="769800"/>
          </a:xfrm>
          <a:prstGeom prst="curvedConnector3">
            <a:avLst>
              <a:gd fmla="val 5000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41"/>
          <p:cNvSpPr/>
          <p:nvPr/>
        </p:nvSpPr>
        <p:spPr>
          <a:xfrm>
            <a:off x="3857613" y="3572875"/>
            <a:ext cx="1079514" cy="333396"/>
          </a:xfrm>
          <a:prstGeom prst="flowChartTermina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Child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17" name="Google Shape;217;p41"/>
          <p:cNvCxnSpPr>
            <a:stCxn id="212" idx="2"/>
            <a:endCxn id="216" idx="1"/>
          </p:cNvCxnSpPr>
          <p:nvPr/>
        </p:nvCxnSpPr>
        <p:spPr>
          <a:xfrm flipH="1" rot="-5400000">
            <a:off x="3467232" y="3349221"/>
            <a:ext cx="596400" cy="1845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41"/>
          <p:cNvCxnSpPr>
            <a:stCxn id="213" idx="2"/>
            <a:endCxn id="216" idx="3"/>
          </p:cNvCxnSpPr>
          <p:nvPr/>
        </p:nvCxnSpPr>
        <p:spPr>
          <a:xfrm rot="5400000">
            <a:off x="4753932" y="3326571"/>
            <a:ext cx="596400" cy="2298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" name="Google Shape;219;p41"/>
          <p:cNvSpPr/>
          <p:nvPr/>
        </p:nvSpPr>
        <p:spPr>
          <a:xfrm>
            <a:off x="2557438" y="3320475"/>
            <a:ext cx="1079514" cy="333396"/>
          </a:xfrm>
          <a:prstGeom prst="flowChartTerminator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0000000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0" name="Google Shape;220;p41"/>
          <p:cNvSpPr/>
          <p:nvPr/>
        </p:nvSpPr>
        <p:spPr>
          <a:xfrm>
            <a:off x="5202213" y="3274775"/>
            <a:ext cx="1079514" cy="333396"/>
          </a:xfrm>
          <a:prstGeom prst="flowChartTerminator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1111111111111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1" name="Google Shape;221;p41"/>
          <p:cNvSpPr/>
          <p:nvPr/>
        </p:nvSpPr>
        <p:spPr>
          <a:xfrm>
            <a:off x="581013" y="4193575"/>
            <a:ext cx="1079514" cy="333396"/>
          </a:xfrm>
          <a:prstGeom prst="flowChartTerminator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Emotional Energy</a:t>
            </a:r>
            <a:endParaRPr sz="11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2" name="Google Shape;222;p41"/>
          <p:cNvSpPr/>
          <p:nvPr/>
        </p:nvSpPr>
        <p:spPr>
          <a:xfrm>
            <a:off x="1931963" y="4193575"/>
            <a:ext cx="1079514" cy="333396"/>
          </a:xfrm>
          <a:prstGeom prst="flowChartTerminator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Emotional Expression</a:t>
            </a:r>
            <a:endParaRPr sz="11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3" name="Google Shape;223;p41"/>
          <p:cNvSpPr/>
          <p:nvPr/>
        </p:nvSpPr>
        <p:spPr>
          <a:xfrm>
            <a:off x="3460763" y="4193575"/>
            <a:ext cx="1873260" cy="415476"/>
          </a:xfrm>
          <a:prstGeom prst="flowChartTerminator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Intra and </a:t>
            </a:r>
            <a:r>
              <a:rPr lang="en" sz="11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Interpersonal</a:t>
            </a:r>
            <a:r>
              <a:rPr lang="en" sz="11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Relation</a:t>
            </a:r>
            <a:endParaRPr sz="11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4" name="Google Shape;224;p41"/>
          <p:cNvSpPr/>
          <p:nvPr/>
        </p:nvSpPr>
        <p:spPr>
          <a:xfrm>
            <a:off x="5735663" y="4234613"/>
            <a:ext cx="1079514" cy="333396"/>
          </a:xfrm>
          <a:prstGeom prst="flowChartTerminator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Character Building</a:t>
            </a:r>
            <a:endParaRPr sz="11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5" name="Google Shape;225;p41"/>
          <p:cNvSpPr/>
          <p:nvPr/>
        </p:nvSpPr>
        <p:spPr>
          <a:xfrm>
            <a:off x="3879825" y="3191375"/>
            <a:ext cx="1079514" cy="333396"/>
          </a:xfrm>
          <a:prstGeom prst="flowChartTerminator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Proxima Nova"/>
                <a:ea typeface="Proxima Nova"/>
                <a:cs typeface="Proxima Nova"/>
                <a:sym typeface="Proxima Nova"/>
              </a:rPr>
              <a:t>Environment</a:t>
            </a:r>
            <a:endParaRPr sz="11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6" name="Google Shape;226;p41"/>
          <p:cNvSpPr/>
          <p:nvPr/>
        </p:nvSpPr>
        <p:spPr>
          <a:xfrm>
            <a:off x="7240638" y="4193575"/>
            <a:ext cx="1079514" cy="333396"/>
          </a:xfrm>
          <a:prstGeom prst="flowChartTerminator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Personality Type</a:t>
            </a:r>
            <a:endParaRPr sz="11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27" name="Google Shape;227;p41"/>
          <p:cNvCxnSpPr>
            <a:stCxn id="216" idx="2"/>
            <a:endCxn id="221" idx="0"/>
          </p:cNvCxnSpPr>
          <p:nvPr/>
        </p:nvCxnSpPr>
        <p:spPr>
          <a:xfrm rot="5400000">
            <a:off x="2615370" y="2411671"/>
            <a:ext cx="287400" cy="3276600"/>
          </a:xfrm>
          <a:prstGeom prst="curvedConnector3">
            <a:avLst>
              <a:gd fmla="val 4998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41"/>
          <p:cNvCxnSpPr>
            <a:stCxn id="216" idx="2"/>
            <a:endCxn id="226" idx="0"/>
          </p:cNvCxnSpPr>
          <p:nvPr/>
        </p:nvCxnSpPr>
        <p:spPr>
          <a:xfrm flipH="1" rot="-5400000">
            <a:off x="5945220" y="2358421"/>
            <a:ext cx="287400" cy="3383100"/>
          </a:xfrm>
          <a:prstGeom prst="curvedConnector3">
            <a:avLst>
              <a:gd fmla="val 4998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41"/>
          <p:cNvCxnSpPr>
            <a:stCxn id="216" idx="2"/>
            <a:endCxn id="222" idx="0"/>
          </p:cNvCxnSpPr>
          <p:nvPr/>
        </p:nvCxnSpPr>
        <p:spPr>
          <a:xfrm rot="5400000">
            <a:off x="3290820" y="3087121"/>
            <a:ext cx="287400" cy="1925700"/>
          </a:xfrm>
          <a:prstGeom prst="curvedConnector3">
            <a:avLst>
              <a:gd fmla="val 4998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41"/>
          <p:cNvCxnSpPr>
            <a:stCxn id="216" idx="2"/>
            <a:endCxn id="224" idx="0"/>
          </p:cNvCxnSpPr>
          <p:nvPr/>
        </p:nvCxnSpPr>
        <p:spPr>
          <a:xfrm flipH="1" rot="-5400000">
            <a:off x="5172270" y="3131371"/>
            <a:ext cx="328200" cy="1878000"/>
          </a:xfrm>
          <a:prstGeom prst="curvedConnector3">
            <a:avLst>
              <a:gd fmla="val 5002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41"/>
          <p:cNvCxnSpPr>
            <a:stCxn id="216" idx="2"/>
            <a:endCxn id="223" idx="0"/>
          </p:cNvCxnSpPr>
          <p:nvPr/>
        </p:nvCxnSpPr>
        <p:spPr>
          <a:xfrm flipH="1" rot="-5400000">
            <a:off x="4253970" y="4049671"/>
            <a:ext cx="287400" cy="600"/>
          </a:xfrm>
          <a:prstGeom prst="bentConnector3">
            <a:avLst>
              <a:gd fmla="val 4998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2"/>
          <p:cNvSpPr txBox="1"/>
          <p:nvPr>
            <p:ph type="title"/>
          </p:nvPr>
        </p:nvSpPr>
        <p:spPr>
          <a:xfrm>
            <a:off x="311700" y="102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What is Graphology and Handwriting Analysis</a:t>
            </a:r>
            <a:endParaRPr sz="3000"/>
          </a:p>
        </p:txBody>
      </p:sp>
      <p:graphicFrame>
        <p:nvGraphicFramePr>
          <p:cNvPr id="237" name="Google Shape;237;p42"/>
          <p:cNvGraphicFramePr/>
          <p:nvPr/>
        </p:nvGraphicFramePr>
        <p:xfrm>
          <a:off x="311700" y="3143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{6C04357B-D5F4-4E2B-B571-9FECD355BDF8}</a:tableStyleId>
              </a:tblPr>
              <a:tblGrid>
                <a:gridCol w="1378475"/>
                <a:gridCol w="1378475"/>
                <a:gridCol w="1378475"/>
              </a:tblGrid>
              <a:tr h="185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Language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Script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85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Hindi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Devnagri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185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English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Roman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185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Punjabi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Gurumukhi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185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What’sapp Writing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Hindi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Roman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8" name="Google Shape;238;p42"/>
          <p:cNvSpPr txBox="1"/>
          <p:nvPr/>
        </p:nvSpPr>
        <p:spPr>
          <a:xfrm>
            <a:off x="123750" y="850938"/>
            <a:ext cx="8896500" cy="21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91425">
            <a:noAutofit/>
          </a:bodyPr>
          <a:lstStyle/>
          <a:p>
            <a:pPr indent="0" lvl="0" marL="55561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 Black"/>
                <a:ea typeface="Arial Black"/>
                <a:cs typeface="Arial Black"/>
                <a:sym typeface="Arial Black"/>
              </a:rPr>
              <a:t>Graphology is an evidence based tool in the your hands to read an individual’s mind and thoughts</a:t>
            </a:r>
            <a:endParaRPr sz="11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55561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55561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55561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 Science</a:t>
            </a:r>
            <a:endParaRPr sz="11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173031" lvl="1" marL="285744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</a:pPr>
            <a:r>
              <a:rPr lang="en" sz="1100">
                <a:solidFill>
                  <a:srgbClr val="000000"/>
                </a:solidFill>
              </a:rPr>
              <a:t>It is a science of understanding pattern of human behavior and the cause of the same to be observed through a person’s handwriting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  </a:t>
            </a:r>
            <a:r>
              <a:rPr lang="en" sz="11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An Art</a:t>
            </a:r>
            <a:endParaRPr sz="11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173031" lvl="1" marL="285744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</a:pPr>
            <a:r>
              <a:rPr lang="en" sz="1100"/>
              <a:t>Graphology </a:t>
            </a:r>
            <a:r>
              <a:rPr lang="en" sz="1100">
                <a:solidFill>
                  <a:srgbClr val="000000"/>
                </a:solidFill>
              </a:rPr>
              <a:t>is an art of analyzing handwriting to understand the behavioral pattern of the writer</a:t>
            </a:r>
            <a:endParaRPr sz="1100">
              <a:solidFill>
                <a:srgbClr val="000000"/>
              </a:solidFill>
            </a:endParaRPr>
          </a:p>
          <a:p>
            <a:pPr indent="-173031" lvl="1" marL="285744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</a:pPr>
            <a:r>
              <a:rPr lang="en" sz="1100"/>
              <a:t>G</a:t>
            </a:r>
            <a:r>
              <a:rPr lang="en" sz="1100">
                <a:solidFill>
                  <a:srgbClr val="000000"/>
                </a:solidFill>
              </a:rPr>
              <a:t>raphologist has to develop this </a:t>
            </a:r>
            <a:r>
              <a:rPr lang="en" sz="1100"/>
              <a:t>capability</a:t>
            </a:r>
            <a:r>
              <a:rPr lang="en" sz="1100">
                <a:solidFill>
                  <a:srgbClr val="000000"/>
                </a:solidFill>
              </a:rPr>
              <a:t> through practice a</a:t>
            </a:r>
            <a:r>
              <a:rPr lang="en" sz="1100"/>
              <a:t>nd</a:t>
            </a:r>
            <a:r>
              <a:rPr lang="en" sz="1100">
                <a:solidFill>
                  <a:srgbClr val="000000"/>
                </a:solidFill>
              </a:rPr>
              <a:t> experience to analyze handwriting of the writer accurately and appropriately</a:t>
            </a:r>
            <a:endParaRPr sz="1100">
              <a:solidFill>
                <a:srgbClr val="000000"/>
              </a:solidFill>
            </a:endParaRPr>
          </a:p>
        </p:txBody>
      </p:sp>
      <p:sp>
        <p:nvSpPr>
          <p:cNvPr id="239" name="Google Shape;239;p42"/>
          <p:cNvSpPr txBox="1"/>
          <p:nvPr/>
        </p:nvSpPr>
        <p:spPr>
          <a:xfrm>
            <a:off x="4881575" y="4540225"/>
            <a:ext cx="4230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rgbClr val="9900FF"/>
                </a:solidFill>
                <a:latin typeface="Oswald"/>
                <a:ea typeface="Oswald"/>
                <a:cs typeface="Oswald"/>
                <a:sym typeface="Oswald"/>
              </a:rPr>
              <a:t>Graphologist Mukesh Shukla: Whatsapp: </a:t>
            </a:r>
            <a:r>
              <a:rPr lang="en" sz="1500" u="sng">
                <a:solidFill>
                  <a:srgbClr val="9900FF"/>
                </a:solidFill>
                <a:latin typeface="Oswald"/>
                <a:ea typeface="Oswald"/>
                <a:cs typeface="Oswald"/>
                <a:sym typeface="Oswald"/>
              </a:rPr>
              <a:t>+91 7016567143</a:t>
            </a:r>
            <a:endParaRPr sz="1500" u="sng">
              <a:solidFill>
                <a:srgbClr val="9900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3"/>
          <p:cNvSpPr txBox="1"/>
          <p:nvPr>
            <p:ph type="title"/>
          </p:nvPr>
        </p:nvSpPr>
        <p:spPr>
          <a:xfrm>
            <a:off x="311700" y="254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Why Graphology</a:t>
            </a:r>
            <a:endParaRPr sz="3600"/>
          </a:p>
        </p:txBody>
      </p:sp>
      <p:sp>
        <p:nvSpPr>
          <p:cNvPr id="245" name="Google Shape;245;p43"/>
          <p:cNvSpPr txBox="1"/>
          <p:nvPr>
            <p:ph idx="1" type="body"/>
          </p:nvPr>
        </p:nvSpPr>
        <p:spPr>
          <a:xfrm>
            <a:off x="311700" y="1023950"/>
            <a:ext cx="85206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Dear Parents,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Through handwriting of your children, as they are growing up, you can get to know following attributes of their Intellectual and Emotional development through their handwriting and take corrective action: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How are they building up: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Level of Emotional Energy: High, Medium, Low: Higher the better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Balance of Emotional expression: Introvert, extrovert and other shades of expressions: Subtle, intense, responsible, irresponsible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Their ability to build Intra and Inter-personal relationship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Balance of thoughts: Spiritual, Intellectual, Entertainment, Physical and Sports activities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Exclusive impact of Father’s input and Mother’s input, as they distinctly seen in the handwriting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Emotional Patterns being built and how to understand them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46" name="Google Shape;246;p43"/>
          <p:cNvSpPr txBox="1"/>
          <p:nvPr/>
        </p:nvSpPr>
        <p:spPr>
          <a:xfrm>
            <a:off x="4833950" y="4540225"/>
            <a:ext cx="427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rgbClr val="9900FF"/>
                </a:solidFill>
                <a:latin typeface="Oswald"/>
                <a:ea typeface="Oswald"/>
                <a:cs typeface="Oswald"/>
                <a:sym typeface="Oswald"/>
              </a:rPr>
              <a:t>Graphologist Mukesh Shukla: Whatsapp: </a:t>
            </a:r>
            <a:r>
              <a:rPr lang="en" sz="1500" u="sng">
                <a:solidFill>
                  <a:srgbClr val="9900FF"/>
                </a:solidFill>
                <a:latin typeface="Oswald"/>
                <a:ea typeface="Oswald"/>
                <a:cs typeface="Oswald"/>
                <a:sym typeface="Oswald"/>
              </a:rPr>
              <a:t>+91 7016567143</a:t>
            </a:r>
            <a:endParaRPr sz="1500" u="sng">
              <a:solidFill>
                <a:srgbClr val="9900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4"/>
          <p:cNvSpPr txBox="1"/>
          <p:nvPr>
            <p:ph type="title"/>
          </p:nvPr>
        </p:nvSpPr>
        <p:spPr>
          <a:xfrm>
            <a:off x="95250" y="103175"/>
            <a:ext cx="85725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Grapho-Therapy </a:t>
            </a:r>
            <a:endParaRPr/>
          </a:p>
        </p:txBody>
      </p:sp>
      <p:sp>
        <p:nvSpPr>
          <p:cNvPr id="252" name="Google Shape;252;p44"/>
          <p:cNvSpPr txBox="1"/>
          <p:nvPr>
            <p:ph idx="12" type="sldNum"/>
          </p:nvPr>
        </p:nvSpPr>
        <p:spPr>
          <a:xfrm>
            <a:off x="8629652" y="4889257"/>
            <a:ext cx="2286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53" name="Google Shape;253;p44"/>
          <p:cNvGrpSpPr/>
          <p:nvPr/>
        </p:nvGrpSpPr>
        <p:grpSpPr>
          <a:xfrm>
            <a:off x="400553" y="1025790"/>
            <a:ext cx="8571626" cy="3397082"/>
            <a:chOff x="671" y="275175"/>
            <a:chExt cx="11428835" cy="4529442"/>
          </a:xfrm>
        </p:grpSpPr>
        <p:sp>
          <p:nvSpPr>
            <p:cNvPr id="254" name="Google Shape;254;p44"/>
            <p:cNvSpPr/>
            <p:nvPr/>
          </p:nvSpPr>
          <p:spPr>
            <a:xfrm rot="5400000">
              <a:off x="528671" y="1918949"/>
              <a:ext cx="1590900" cy="2646900"/>
            </a:xfrm>
            <a:prstGeom prst="corner">
              <a:avLst>
                <a:gd fmla="val 16120" name="adj1"/>
                <a:gd fmla="val 16110" name="adj2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44"/>
            <p:cNvSpPr/>
            <p:nvPr/>
          </p:nvSpPr>
          <p:spPr>
            <a:xfrm>
              <a:off x="263119" y="2709717"/>
              <a:ext cx="2389800" cy="209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44"/>
            <p:cNvSpPr txBox="1"/>
            <p:nvPr/>
          </p:nvSpPr>
          <p:spPr>
            <a:xfrm>
              <a:off x="263119" y="2709717"/>
              <a:ext cx="2389800" cy="209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rPr lang="en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Know the right structure and form. May be seeking underlying reasoning as well</a:t>
              </a:r>
              <a:endPara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44"/>
            <p:cNvSpPr/>
            <p:nvPr/>
          </p:nvSpPr>
          <p:spPr>
            <a:xfrm>
              <a:off x="2201978" y="1723947"/>
              <a:ext cx="450900" cy="450900"/>
            </a:xfrm>
            <a:prstGeom prst="triangle">
              <a:avLst>
                <a:gd fmla="val 10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44"/>
            <p:cNvSpPr/>
            <p:nvPr/>
          </p:nvSpPr>
          <p:spPr>
            <a:xfrm rot="5400000">
              <a:off x="3454200" y="1195024"/>
              <a:ext cx="1590900" cy="2646900"/>
            </a:xfrm>
            <a:prstGeom prst="corner">
              <a:avLst>
                <a:gd fmla="val 16120" name="adj1"/>
                <a:gd fmla="val 16110" name="adj2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44"/>
            <p:cNvSpPr/>
            <p:nvPr/>
          </p:nvSpPr>
          <p:spPr>
            <a:xfrm>
              <a:off x="3188648" y="1985792"/>
              <a:ext cx="2389800" cy="209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44"/>
            <p:cNvSpPr txBox="1"/>
            <p:nvPr/>
          </p:nvSpPr>
          <p:spPr>
            <a:xfrm>
              <a:off x="3188648" y="1985792"/>
              <a:ext cx="2389800" cy="209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rPr lang="en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Start writing Consciously the write structure and form. Same applies to Signature as well</a:t>
              </a:r>
              <a:endPara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44"/>
            <p:cNvSpPr/>
            <p:nvPr/>
          </p:nvSpPr>
          <p:spPr>
            <a:xfrm>
              <a:off x="5127507" y="1000022"/>
              <a:ext cx="450900" cy="450900"/>
            </a:xfrm>
            <a:prstGeom prst="triangle">
              <a:avLst>
                <a:gd fmla="val 10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44"/>
            <p:cNvSpPr/>
            <p:nvPr/>
          </p:nvSpPr>
          <p:spPr>
            <a:xfrm rot="5400000">
              <a:off x="6379727" y="471099"/>
              <a:ext cx="1590900" cy="2646900"/>
            </a:xfrm>
            <a:prstGeom prst="corner">
              <a:avLst>
                <a:gd fmla="val 16120" name="adj1"/>
                <a:gd fmla="val 16110" name="adj2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44"/>
            <p:cNvSpPr/>
            <p:nvPr/>
          </p:nvSpPr>
          <p:spPr>
            <a:xfrm>
              <a:off x="6114176" y="1261867"/>
              <a:ext cx="2389800" cy="209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44"/>
            <p:cNvSpPr txBox="1"/>
            <p:nvPr/>
          </p:nvSpPr>
          <p:spPr>
            <a:xfrm>
              <a:off x="6114176" y="1261867"/>
              <a:ext cx="2389800" cy="209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rPr lang="en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Keep practicing it for (3-5) years till the time, form and structure becomes normal (natural writing)</a:t>
              </a:r>
              <a:endPara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44"/>
            <p:cNvSpPr/>
            <p:nvPr/>
          </p:nvSpPr>
          <p:spPr>
            <a:xfrm>
              <a:off x="8053035" y="276097"/>
              <a:ext cx="450900" cy="450900"/>
            </a:xfrm>
            <a:prstGeom prst="triangle">
              <a:avLst>
                <a:gd fmla="val 10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44"/>
            <p:cNvSpPr/>
            <p:nvPr/>
          </p:nvSpPr>
          <p:spPr>
            <a:xfrm rot="5400000">
              <a:off x="9305257" y="-252826"/>
              <a:ext cx="1590900" cy="2646900"/>
            </a:xfrm>
            <a:prstGeom prst="corner">
              <a:avLst>
                <a:gd fmla="val 16120" name="adj1"/>
                <a:gd fmla="val 16110" name="adj2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44"/>
            <p:cNvSpPr/>
            <p:nvPr/>
          </p:nvSpPr>
          <p:spPr>
            <a:xfrm>
              <a:off x="9039705" y="537942"/>
              <a:ext cx="2389800" cy="209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44"/>
            <p:cNvSpPr txBox="1"/>
            <p:nvPr/>
          </p:nvSpPr>
          <p:spPr>
            <a:xfrm>
              <a:off x="9039705" y="537942"/>
              <a:ext cx="2389800" cy="209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rPr lang="en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You will see the difference in your mindset and thought process. Your life will improve over the years</a:t>
              </a:r>
              <a:endPara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9" name="Google Shape;269;p44"/>
          <p:cNvSpPr txBox="1"/>
          <p:nvPr/>
        </p:nvSpPr>
        <p:spPr>
          <a:xfrm>
            <a:off x="400550" y="4536150"/>
            <a:ext cx="457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Simpler the Better</a:t>
            </a:r>
            <a:endParaRPr sz="21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70" name="Google Shape;270;p44"/>
          <p:cNvSpPr txBox="1"/>
          <p:nvPr/>
        </p:nvSpPr>
        <p:spPr>
          <a:xfrm>
            <a:off x="4841875" y="4540225"/>
            <a:ext cx="4270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rgbClr val="9900FF"/>
                </a:solidFill>
                <a:latin typeface="Oswald"/>
                <a:ea typeface="Oswald"/>
                <a:cs typeface="Oswald"/>
                <a:sym typeface="Oswald"/>
              </a:rPr>
              <a:t>Graphologist Mukesh Shukla: Whatsapp: </a:t>
            </a:r>
            <a:r>
              <a:rPr lang="en" sz="1500" u="sng">
                <a:solidFill>
                  <a:srgbClr val="9900FF"/>
                </a:solidFill>
                <a:latin typeface="Oswald"/>
                <a:ea typeface="Oswald"/>
                <a:cs typeface="Oswald"/>
                <a:sym typeface="Oswald"/>
              </a:rPr>
              <a:t>+91 7016567143</a:t>
            </a:r>
            <a:endParaRPr sz="1500" u="sng">
              <a:solidFill>
                <a:srgbClr val="9900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5"/>
          <p:cNvSpPr txBox="1"/>
          <p:nvPr>
            <p:ph type="title"/>
          </p:nvPr>
        </p:nvSpPr>
        <p:spPr>
          <a:xfrm>
            <a:off x="428625" y="103175"/>
            <a:ext cx="82392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Graphologist Mukesh Shukla</a:t>
            </a:r>
            <a:endParaRPr b="1"/>
          </a:p>
        </p:txBody>
      </p:sp>
      <p:sp>
        <p:nvSpPr>
          <p:cNvPr id="276" name="Google Shape;276;p45"/>
          <p:cNvSpPr txBox="1"/>
          <p:nvPr>
            <p:ph idx="12" type="sldNum"/>
          </p:nvPr>
        </p:nvSpPr>
        <p:spPr>
          <a:xfrm>
            <a:off x="8629652" y="4889257"/>
            <a:ext cx="2286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7" name="Google Shape;277;p45"/>
          <p:cNvSpPr txBox="1"/>
          <p:nvPr/>
        </p:nvSpPr>
        <p:spPr>
          <a:xfrm>
            <a:off x="4730750" y="4510275"/>
            <a:ext cx="438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rgbClr val="9900FF"/>
                </a:solidFill>
                <a:latin typeface="Oswald"/>
                <a:ea typeface="Oswald"/>
                <a:cs typeface="Oswald"/>
                <a:sym typeface="Oswald"/>
              </a:rPr>
              <a:t>Graphologist Mukesh Shukla: Whatsapp: </a:t>
            </a:r>
            <a:r>
              <a:rPr lang="en" sz="1500" u="sng">
                <a:solidFill>
                  <a:srgbClr val="9900FF"/>
                </a:solidFill>
                <a:latin typeface="Oswald"/>
                <a:ea typeface="Oswald"/>
                <a:cs typeface="Oswald"/>
                <a:sym typeface="Oswald"/>
              </a:rPr>
              <a:t>+91 7016567143</a:t>
            </a:r>
            <a:endParaRPr sz="1500" u="sng">
              <a:solidFill>
                <a:srgbClr val="9900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278" name="Google Shape;278;p45"/>
          <p:cNvGrpSpPr/>
          <p:nvPr/>
        </p:nvGrpSpPr>
        <p:grpSpPr>
          <a:xfrm>
            <a:off x="428625" y="3239061"/>
            <a:ext cx="8342357" cy="1271234"/>
            <a:chOff x="1593000" y="2322568"/>
            <a:chExt cx="5957975" cy="643500"/>
          </a:xfrm>
        </p:grpSpPr>
        <p:sp>
          <p:nvSpPr>
            <p:cNvPr id="279" name="Google Shape;279;p45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280" name="Google Shape;280;p45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281" name="Google Shape;281;p45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282" name="Google Shape;282;p45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Have been Teaching and </a:t>
              </a: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Guiding</a:t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3" name="Google Shape;283;p45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284" name="Google Shape;284;p45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sz="12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85" name="Google Shape;285;p45"/>
            <p:cNvSpPr/>
            <p:nvPr/>
          </p:nvSpPr>
          <p:spPr>
            <a:xfrm>
              <a:off x="4387849" y="2323749"/>
              <a:ext cx="31290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Have been teaching  and guiding people, friends</a:t>
              </a:r>
              <a:endParaRPr b="1" sz="12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Especially interested in Parenting and Relationship Counselling and Self-help</a:t>
              </a:r>
              <a:endParaRPr b="1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Graphology</a:t>
              </a:r>
              <a:r>
                <a:rPr b="1" lang="en" sz="12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 finds </a:t>
              </a:r>
              <a:r>
                <a:rPr b="1" lang="en" sz="12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its</a:t>
              </a:r>
              <a:r>
                <a:rPr b="1" lang="en" sz="12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 use in Criminology, Recruitment, Employee Assessment and Evaluation for the high profile job</a:t>
              </a:r>
              <a:endParaRPr b="1" sz="12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86" name="Google Shape;286;p45"/>
          <p:cNvGrpSpPr/>
          <p:nvPr/>
        </p:nvGrpSpPr>
        <p:grpSpPr>
          <a:xfrm>
            <a:off x="428625" y="1944972"/>
            <a:ext cx="8342357" cy="1271234"/>
            <a:chOff x="1593000" y="2322568"/>
            <a:chExt cx="5957975" cy="643500"/>
          </a:xfrm>
        </p:grpSpPr>
        <p:sp>
          <p:nvSpPr>
            <p:cNvPr id="287" name="Google Shape;287;p45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288" name="Google Shape;288;p45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289" name="Google Shape;289;p45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290" name="Google Shape;290;p45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Have been Practicing since 2002</a:t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1" name="Google Shape;291;p45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292" name="Google Shape;292;p45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sz="12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93" name="Google Shape;293;p45"/>
            <p:cNvSpPr/>
            <p:nvPr/>
          </p:nvSpPr>
          <p:spPr>
            <a:xfrm>
              <a:off x="4387849" y="2323745"/>
              <a:ext cx="30894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Along with learning, analysed thousands of live handwriting analysis and Signatures</a:t>
              </a:r>
              <a:endParaRPr b="1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As a volunteer attended various events and managed Graphology Stalls for handwriting analysis</a:t>
              </a:r>
              <a:endParaRPr b="1" sz="12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94" name="Google Shape;294;p45"/>
          <p:cNvGrpSpPr/>
          <p:nvPr/>
        </p:nvGrpSpPr>
        <p:grpSpPr>
          <a:xfrm>
            <a:off x="428625" y="650865"/>
            <a:ext cx="8342357" cy="1271234"/>
            <a:chOff x="1593000" y="2322568"/>
            <a:chExt cx="5957975" cy="643500"/>
          </a:xfrm>
        </p:grpSpPr>
        <p:sp>
          <p:nvSpPr>
            <p:cNvPr id="295" name="Google Shape;295;p45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296" name="Google Shape;296;p45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297" name="Google Shape;297;p45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Have Learned Graphology </a:t>
              </a:r>
              <a:r>
                <a:rPr lang="en"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since</a:t>
              </a:r>
              <a:r>
                <a:rPr lang="en"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 2002 till 2010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8" name="Google Shape;298;p45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299" name="Google Shape;299;p45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0" name="Google Shape;300;p45"/>
            <p:cNvSpPr/>
            <p:nvPr/>
          </p:nvSpPr>
          <p:spPr>
            <a:xfrm>
              <a:off x="4387849" y="2323750"/>
              <a:ext cx="30894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Post my BE in 2002, I took up Graphology as Hobby</a:t>
              </a:r>
              <a:endParaRPr b="1" sz="12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Continue</a:t>
              </a:r>
              <a:r>
                <a:rPr b="1"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to learn and Completed Level 4 Graphology till 2010</a:t>
              </a:r>
              <a:endParaRPr b="1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Learn Drawing Analysis in 2006</a:t>
              </a:r>
              <a:endParaRPr b="1" sz="12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1" name="Google Shape;301;p45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sp>
        <p:nvSpPr>
          <p:cNvPr id="302" name="Google Shape;302;p45"/>
          <p:cNvSpPr/>
          <p:nvPr/>
        </p:nvSpPr>
        <p:spPr>
          <a:xfrm>
            <a:off x="1448075" y="762318"/>
            <a:ext cx="27174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Have learned from 2002 to 2010</a:t>
            </a:r>
            <a:endParaRPr b="1"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6"/>
          <p:cNvSpPr txBox="1"/>
          <p:nvPr>
            <p:ph type="title"/>
          </p:nvPr>
        </p:nvSpPr>
        <p:spPr>
          <a:xfrm>
            <a:off x="285750" y="285749"/>
            <a:ext cx="85725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 Black"/>
              <a:buNone/>
            </a:pPr>
            <a:r>
              <a:rPr lang="en">
                <a:solidFill>
                  <a:srgbClr val="FF0000"/>
                </a:solidFill>
              </a:rPr>
              <a:t>GRAPHOLOGY – </a:t>
            </a:r>
            <a:r>
              <a:rPr lang="en" sz="2400">
                <a:solidFill>
                  <a:srgbClr val="FF0000"/>
                </a:solidFill>
              </a:rPr>
              <a:t>WHAT WOULD YOU LEARN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308" name="Google Shape;308;p46"/>
          <p:cNvSpPr txBox="1"/>
          <p:nvPr>
            <p:ph idx="2" type="body"/>
          </p:nvPr>
        </p:nvSpPr>
        <p:spPr>
          <a:xfrm>
            <a:off x="5112743" y="1028700"/>
            <a:ext cx="3745500" cy="3517200"/>
          </a:xfrm>
          <a:prstGeom prst="rect">
            <a:avLst/>
          </a:prstGeom>
          <a:noFill/>
          <a:ln cap="flat" cmpd="sng" w="71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0" spcFirstLastPara="1" rIns="0" wrap="square" tIns="68575">
            <a:normAutofit fontScale="85000" lnSpcReduction="10000"/>
          </a:bodyPr>
          <a:lstStyle/>
          <a:p>
            <a:pPr indent="-373063" lvl="1" marL="431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romanUcPeriod"/>
            </a:pPr>
            <a:r>
              <a:rPr lang="en"/>
              <a:t>Resource Utilization</a:t>
            </a:r>
            <a:endParaRPr/>
          </a:p>
          <a:p>
            <a:pPr indent="-373063" lvl="1" marL="4318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romanUcPeriod"/>
            </a:pPr>
            <a:r>
              <a:rPr lang="en"/>
              <a:t>Perspective of time</a:t>
            </a:r>
            <a:endParaRPr/>
          </a:p>
          <a:p>
            <a:pPr indent="-373063" lvl="1" marL="4318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romanUcPeriod"/>
            </a:pPr>
            <a:r>
              <a:rPr lang="en"/>
              <a:t>Focus of life</a:t>
            </a:r>
            <a:endParaRPr/>
          </a:p>
          <a:p>
            <a:pPr indent="-373063" lvl="1" marL="4318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romanUcPeriod"/>
            </a:pPr>
            <a:r>
              <a:rPr lang="en"/>
              <a:t>Big picture and An eye for detail</a:t>
            </a:r>
            <a:endParaRPr/>
          </a:p>
          <a:p>
            <a:pPr indent="-373063" lvl="1" marL="4318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romanUcPeriod"/>
            </a:pPr>
            <a:r>
              <a:rPr lang="en"/>
              <a:t>Time allocations for self and others</a:t>
            </a:r>
            <a:endParaRPr/>
          </a:p>
          <a:p>
            <a:pPr indent="-373063" lvl="1" marL="4318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romanUcPeriod"/>
            </a:pPr>
            <a:r>
              <a:rPr lang="en"/>
              <a:t>Emotional Expressions</a:t>
            </a:r>
            <a:endParaRPr/>
          </a:p>
          <a:p>
            <a:pPr indent="-373063" lvl="1" marL="4318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romanUcPeriod"/>
            </a:pPr>
            <a:r>
              <a:rPr lang="en"/>
              <a:t>Emotions and Emotional Energy</a:t>
            </a:r>
            <a:endParaRPr/>
          </a:p>
          <a:p>
            <a:pPr indent="-373063" lvl="1" marL="4318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romanUcPeriod"/>
            </a:pPr>
            <a:r>
              <a:rPr lang="en"/>
              <a:t>Balance of Expression and Emotions</a:t>
            </a:r>
            <a:endParaRPr/>
          </a:p>
          <a:p>
            <a:pPr indent="-373063" lvl="1" marL="4318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romanUcPeriod"/>
            </a:pPr>
            <a:r>
              <a:rPr lang="en"/>
              <a:t>Ability to connect with People and thoughts </a:t>
            </a:r>
            <a:endParaRPr/>
          </a:p>
          <a:p>
            <a:pPr indent="-373063" lvl="1" marL="4318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romanUcPeriod"/>
            </a:pPr>
            <a:r>
              <a:rPr lang="en"/>
              <a:t>Behavioral pattern</a:t>
            </a:r>
            <a:endParaRPr/>
          </a:p>
          <a:p>
            <a:pPr indent="-373063" lvl="1" marL="4318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romanUcPeriod"/>
            </a:pPr>
            <a:r>
              <a:rPr lang="en"/>
              <a:t>Alter ego – the other I – the self</a:t>
            </a:r>
            <a:endParaRPr/>
          </a:p>
          <a:p>
            <a:pPr indent="-76200" lvl="1" marL="2159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09" name="Google Shape;309;p46"/>
          <p:cNvSpPr txBox="1"/>
          <p:nvPr>
            <p:ph idx="12" type="sldNum"/>
          </p:nvPr>
        </p:nvSpPr>
        <p:spPr>
          <a:xfrm>
            <a:off x="8629652" y="4889257"/>
            <a:ext cx="2286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0" name="Google Shape;310;p46"/>
          <p:cNvSpPr txBox="1"/>
          <p:nvPr/>
        </p:nvSpPr>
        <p:spPr>
          <a:xfrm>
            <a:off x="369450" y="1028700"/>
            <a:ext cx="3745500" cy="3517200"/>
          </a:xfrm>
          <a:prstGeom prst="rect">
            <a:avLst/>
          </a:prstGeom>
          <a:noFill/>
          <a:ln cap="flat" cmpd="sng" w="71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0" spcFirstLastPara="1" rIns="0" wrap="square" tIns="68575">
            <a:normAutofit fontScale="92500" lnSpcReduction="20000"/>
          </a:bodyPr>
          <a:lstStyle/>
          <a:p>
            <a:pPr indent="-380206" lvl="1" marL="431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romanUcPeriod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 of the page</a:t>
            </a:r>
            <a:endParaRPr sz="1100"/>
          </a:p>
          <a:p>
            <a:pPr indent="-380206" lvl="1" marL="4318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romanUcPeriod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Margins</a:t>
            </a:r>
            <a:endParaRPr sz="1100"/>
          </a:p>
          <a:p>
            <a:pPr indent="-380206" lvl="1" marL="4318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romanUcPeriod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Baselines</a:t>
            </a:r>
            <a:endParaRPr sz="1100"/>
          </a:p>
          <a:p>
            <a:pPr indent="-380206" lvl="1" marL="4318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romanUcPeriod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Letter Size</a:t>
            </a:r>
            <a:endParaRPr sz="1100"/>
          </a:p>
          <a:p>
            <a:pPr indent="-380206" lvl="1" marL="4318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romanUcPeriod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Spacing – Letter and word spacing</a:t>
            </a:r>
            <a:endParaRPr sz="1100"/>
          </a:p>
          <a:p>
            <a:pPr indent="-380206" lvl="1" marL="4318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romanUcPeriod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Slants</a:t>
            </a:r>
            <a:endParaRPr sz="1100"/>
          </a:p>
          <a:p>
            <a:pPr indent="-380206" lvl="1" marL="4318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romanUcPeriod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Pressure</a:t>
            </a:r>
            <a:endParaRPr sz="1100"/>
          </a:p>
          <a:p>
            <a:pPr indent="-380206" lvl="1" marL="4318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romanUcPeriod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Zones</a:t>
            </a:r>
            <a:endParaRPr sz="1100"/>
          </a:p>
          <a:p>
            <a:pPr indent="-380206" lvl="1" marL="4318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romanUcPeriod"/>
            </a:pPr>
            <a:r>
              <a:rPr lang="en" sz="1500">
                <a:solidFill>
                  <a:schemeClr val="dk1"/>
                </a:solidFill>
              </a:rPr>
              <a:t>Connections </a:t>
            </a:r>
            <a:endParaRPr sz="1500">
              <a:solidFill>
                <a:schemeClr val="dk1"/>
              </a:solidFill>
            </a:endParaRPr>
          </a:p>
          <a:p>
            <a:pPr indent="-380206" lvl="1" marL="4318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romanUcPeriod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Letter shapes (a to z)</a:t>
            </a:r>
            <a:endParaRPr sz="1100"/>
          </a:p>
          <a:p>
            <a:pPr indent="-380206" lvl="1" marL="4318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romanUcPeriod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Signature - Basic</a:t>
            </a:r>
            <a:endParaRPr sz="1100"/>
          </a:p>
          <a:p>
            <a:pPr indent="-76200" lvl="1" marL="2159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6"/>
          <p:cNvSpPr/>
          <p:nvPr/>
        </p:nvSpPr>
        <p:spPr>
          <a:xfrm>
            <a:off x="4100463" y="2495553"/>
            <a:ext cx="369600" cy="363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6"/>
          <p:cNvSpPr txBox="1"/>
          <p:nvPr/>
        </p:nvSpPr>
        <p:spPr>
          <a:xfrm>
            <a:off x="4770450" y="4548175"/>
            <a:ext cx="4341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rgbClr val="9900FF"/>
                </a:solidFill>
                <a:latin typeface="Oswald"/>
                <a:ea typeface="Oswald"/>
                <a:cs typeface="Oswald"/>
                <a:sym typeface="Oswald"/>
              </a:rPr>
              <a:t>Graphologist Mukesh Shukla: Whatsapp: </a:t>
            </a:r>
            <a:r>
              <a:rPr lang="en" sz="1500" u="sng">
                <a:solidFill>
                  <a:srgbClr val="9900FF"/>
                </a:solidFill>
                <a:latin typeface="Oswald"/>
                <a:ea typeface="Oswald"/>
                <a:cs typeface="Oswald"/>
                <a:sym typeface="Oswald"/>
              </a:rPr>
              <a:t>+91 7016567143</a:t>
            </a:r>
            <a:endParaRPr sz="1500" u="sng">
              <a:solidFill>
                <a:srgbClr val="9900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13" name="Google Shape;313;p46"/>
          <p:cNvSpPr/>
          <p:nvPr/>
        </p:nvSpPr>
        <p:spPr>
          <a:xfrm>
            <a:off x="3571888" y="1028700"/>
            <a:ext cx="404700" cy="3297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14" name="Google Shape;314;p46"/>
          <p:cNvSpPr/>
          <p:nvPr/>
        </p:nvSpPr>
        <p:spPr>
          <a:xfrm>
            <a:off x="4562175" y="1028700"/>
            <a:ext cx="369600" cy="32970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Content Layouts">
  <a:themeElements>
    <a:clrScheme name="Accenture MasterBrand">
      <a:dk1>
        <a:srgbClr val="000000"/>
      </a:dk1>
      <a:lt1>
        <a:srgbClr val="FFFFFF"/>
      </a:lt1>
      <a:dk2>
        <a:srgbClr val="595959"/>
      </a:dk2>
      <a:lt2>
        <a:srgbClr val="D8D8D8"/>
      </a:lt2>
      <a:accent1>
        <a:srgbClr val="7E00FF"/>
      </a:accent1>
      <a:accent2>
        <a:srgbClr val="FF0000"/>
      </a:accent2>
      <a:accent3>
        <a:srgbClr val="2800FF"/>
      </a:accent3>
      <a:accent4>
        <a:srgbClr val="00BAFF"/>
      </a:accent4>
      <a:accent5>
        <a:srgbClr val="00FF7D"/>
      </a:accent5>
      <a:accent6>
        <a:srgbClr val="FFEA00"/>
      </a:accent6>
      <a:hlink>
        <a:srgbClr val="2800FF"/>
      </a:hlink>
      <a:folHlink>
        <a:srgbClr val="7E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